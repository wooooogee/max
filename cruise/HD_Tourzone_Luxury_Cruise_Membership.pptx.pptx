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eol Sans" charset="1" panose="020B0603020203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2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249054"/>
            <a:ext cx="18278802" cy="977038"/>
            <a:chOff x="0" y="0"/>
            <a:chExt cx="24371737" cy="13027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1737" cy="1302717"/>
            </a:xfrm>
            <a:custGeom>
              <a:avLst/>
              <a:gdLst/>
              <a:ahLst/>
              <a:cxnLst/>
              <a:rect r="r" b="b" t="t" l="l"/>
              <a:pathLst>
                <a:path h="1302717" w="24371737">
                  <a:moveTo>
                    <a:pt x="0" y="0"/>
                  </a:moveTo>
                  <a:lnTo>
                    <a:pt x="24371737" y="0"/>
                  </a:lnTo>
                  <a:lnTo>
                    <a:pt x="24371737" y="1302717"/>
                  </a:lnTo>
                  <a:lnTo>
                    <a:pt x="0" y="130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2567" r="0" b="-5193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815576" y="96580"/>
              <a:ext cx="4483067" cy="1150175"/>
            </a:xfrm>
            <a:custGeom>
              <a:avLst/>
              <a:gdLst/>
              <a:ahLst/>
              <a:cxnLst/>
              <a:rect r="r" b="b" t="t" l="l"/>
              <a:pathLst>
                <a:path h="1150175" w="4483067">
                  <a:moveTo>
                    <a:pt x="0" y="0"/>
                  </a:moveTo>
                  <a:lnTo>
                    <a:pt x="4483067" y="0"/>
                  </a:lnTo>
                  <a:lnTo>
                    <a:pt x="4483067" y="1150175"/>
                  </a:lnTo>
                  <a:lnTo>
                    <a:pt x="0" y="115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700032" y="-261698"/>
              <a:ext cx="3009575" cy="139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6"/>
                </a:lnSpc>
              </a:pPr>
              <a:r>
                <a:rPr lang="en-US" sz="4768">
                  <a:solidFill>
                    <a:srgbClr val="FFFFFF"/>
                  </a:solidFill>
                  <a:latin typeface="Seol Sans"/>
                  <a:ea typeface="Seol Sans"/>
                  <a:cs typeface="Seol Sans"/>
                  <a:sym typeface="Seol Sans"/>
                </a:rPr>
                <a:t>맥스지사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249054"/>
            <a:ext cx="18278802" cy="977038"/>
            <a:chOff x="0" y="0"/>
            <a:chExt cx="24371737" cy="13027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1737" cy="1302717"/>
            </a:xfrm>
            <a:custGeom>
              <a:avLst/>
              <a:gdLst/>
              <a:ahLst/>
              <a:cxnLst/>
              <a:rect r="r" b="b" t="t" l="l"/>
              <a:pathLst>
                <a:path h="1302717" w="24371737">
                  <a:moveTo>
                    <a:pt x="0" y="0"/>
                  </a:moveTo>
                  <a:lnTo>
                    <a:pt x="24371737" y="0"/>
                  </a:lnTo>
                  <a:lnTo>
                    <a:pt x="24371737" y="1302717"/>
                  </a:lnTo>
                  <a:lnTo>
                    <a:pt x="0" y="130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2567" r="0" b="-5193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815576" y="96580"/>
              <a:ext cx="4483067" cy="1150175"/>
            </a:xfrm>
            <a:custGeom>
              <a:avLst/>
              <a:gdLst/>
              <a:ahLst/>
              <a:cxnLst/>
              <a:rect r="r" b="b" t="t" l="l"/>
              <a:pathLst>
                <a:path h="1150175" w="4483067">
                  <a:moveTo>
                    <a:pt x="0" y="0"/>
                  </a:moveTo>
                  <a:lnTo>
                    <a:pt x="4483067" y="0"/>
                  </a:lnTo>
                  <a:lnTo>
                    <a:pt x="4483067" y="1150175"/>
                  </a:lnTo>
                  <a:lnTo>
                    <a:pt x="0" y="115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700032" y="-261698"/>
              <a:ext cx="3009575" cy="139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6"/>
                </a:lnSpc>
              </a:pPr>
              <a:r>
                <a:rPr lang="en-US" sz="4768">
                  <a:solidFill>
                    <a:srgbClr val="FFFFFF"/>
                  </a:solidFill>
                  <a:latin typeface="Seol Sans"/>
                  <a:ea typeface="Seol Sans"/>
                  <a:cs typeface="Seol Sans"/>
                  <a:sym typeface="Seol Sans"/>
                </a:rPr>
                <a:t>맥스지사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9870"/>
            <a:ext cx="18278802" cy="10202126"/>
          </a:xfrm>
          <a:custGeom>
            <a:avLst/>
            <a:gdLst/>
            <a:ahLst/>
            <a:cxnLst/>
            <a:rect r="r" b="b" t="t" l="l"/>
            <a:pathLst>
              <a:path h="10202126" w="18278802">
                <a:moveTo>
                  <a:pt x="0" y="0"/>
                </a:moveTo>
                <a:lnTo>
                  <a:pt x="18278802" y="0"/>
                </a:lnTo>
                <a:lnTo>
                  <a:pt x="18278802" y="10202126"/>
                </a:lnTo>
                <a:lnTo>
                  <a:pt x="0" y="10202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249054"/>
            <a:ext cx="18278802" cy="977038"/>
            <a:chOff x="0" y="0"/>
            <a:chExt cx="24371737" cy="1302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71737" cy="1302717"/>
            </a:xfrm>
            <a:custGeom>
              <a:avLst/>
              <a:gdLst/>
              <a:ahLst/>
              <a:cxnLst/>
              <a:rect r="r" b="b" t="t" l="l"/>
              <a:pathLst>
                <a:path h="1302717" w="24371737">
                  <a:moveTo>
                    <a:pt x="0" y="0"/>
                  </a:moveTo>
                  <a:lnTo>
                    <a:pt x="24371737" y="0"/>
                  </a:lnTo>
                  <a:lnTo>
                    <a:pt x="24371737" y="1302717"/>
                  </a:lnTo>
                  <a:lnTo>
                    <a:pt x="0" y="130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2567" r="0" b="-5193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815576" y="96580"/>
              <a:ext cx="4483067" cy="1150175"/>
            </a:xfrm>
            <a:custGeom>
              <a:avLst/>
              <a:gdLst/>
              <a:ahLst/>
              <a:cxnLst/>
              <a:rect r="r" b="b" t="t" l="l"/>
              <a:pathLst>
                <a:path h="1150175" w="4483067">
                  <a:moveTo>
                    <a:pt x="0" y="0"/>
                  </a:moveTo>
                  <a:lnTo>
                    <a:pt x="4483067" y="0"/>
                  </a:lnTo>
                  <a:lnTo>
                    <a:pt x="4483067" y="1150175"/>
                  </a:lnTo>
                  <a:lnTo>
                    <a:pt x="0" y="115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2700032" y="-261698"/>
              <a:ext cx="3009575" cy="139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6"/>
                </a:lnSpc>
              </a:pPr>
              <a:r>
                <a:rPr lang="en-US" sz="4768">
                  <a:solidFill>
                    <a:srgbClr val="FFFFFF"/>
                  </a:solidFill>
                  <a:latin typeface="Seol Sans"/>
                  <a:ea typeface="Seol Sans"/>
                  <a:cs typeface="Seol Sans"/>
                  <a:sym typeface="Seol Sans"/>
                </a:rPr>
                <a:t>맥스지사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569" t="0" r="-2156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72" y="0"/>
            <a:ext cx="18284428" cy="10199284"/>
            <a:chOff x="0" y="0"/>
            <a:chExt cx="24379238" cy="13599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249054"/>
            <a:ext cx="18278802" cy="977038"/>
            <a:chOff x="0" y="0"/>
            <a:chExt cx="24371737" cy="1302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1737" cy="1302717"/>
            </a:xfrm>
            <a:custGeom>
              <a:avLst/>
              <a:gdLst/>
              <a:ahLst/>
              <a:cxnLst/>
              <a:rect r="r" b="b" t="t" l="l"/>
              <a:pathLst>
                <a:path h="1302717" w="24371737">
                  <a:moveTo>
                    <a:pt x="0" y="0"/>
                  </a:moveTo>
                  <a:lnTo>
                    <a:pt x="24371737" y="0"/>
                  </a:lnTo>
                  <a:lnTo>
                    <a:pt x="24371737" y="1302717"/>
                  </a:lnTo>
                  <a:lnTo>
                    <a:pt x="0" y="130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92567" r="0" b="-5193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15576" y="96580"/>
              <a:ext cx="4483067" cy="1150175"/>
            </a:xfrm>
            <a:custGeom>
              <a:avLst/>
              <a:gdLst/>
              <a:ahLst/>
              <a:cxnLst/>
              <a:rect r="r" b="b" t="t" l="l"/>
              <a:pathLst>
                <a:path h="1150175" w="4483067">
                  <a:moveTo>
                    <a:pt x="0" y="0"/>
                  </a:moveTo>
                  <a:lnTo>
                    <a:pt x="4483067" y="0"/>
                  </a:lnTo>
                  <a:lnTo>
                    <a:pt x="4483067" y="1150175"/>
                  </a:lnTo>
                  <a:lnTo>
                    <a:pt x="0" y="115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2700032" y="-261698"/>
              <a:ext cx="3009575" cy="139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6"/>
                </a:lnSpc>
              </a:pPr>
              <a:r>
                <a:rPr lang="en-US" sz="4768">
                  <a:solidFill>
                    <a:srgbClr val="FFFFFF"/>
                  </a:solidFill>
                  <a:latin typeface="Seol Sans"/>
                  <a:ea typeface="Seol Sans"/>
                  <a:cs typeface="Seol Sans"/>
                  <a:sym typeface="Seol Sans"/>
                </a:rPr>
                <a:t>맥스지사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569" t="0" r="-2156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4428" cy="10199284"/>
            <a:chOff x="0" y="0"/>
            <a:chExt cx="24379238" cy="13599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249054"/>
            <a:ext cx="18278802" cy="977038"/>
            <a:chOff x="0" y="0"/>
            <a:chExt cx="24371737" cy="1302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1737" cy="1302717"/>
            </a:xfrm>
            <a:custGeom>
              <a:avLst/>
              <a:gdLst/>
              <a:ahLst/>
              <a:cxnLst/>
              <a:rect r="r" b="b" t="t" l="l"/>
              <a:pathLst>
                <a:path h="1302717" w="24371737">
                  <a:moveTo>
                    <a:pt x="0" y="0"/>
                  </a:moveTo>
                  <a:lnTo>
                    <a:pt x="24371737" y="0"/>
                  </a:lnTo>
                  <a:lnTo>
                    <a:pt x="24371737" y="1302717"/>
                  </a:lnTo>
                  <a:lnTo>
                    <a:pt x="0" y="130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92567" r="0" b="-5193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15576" y="96580"/>
              <a:ext cx="4483067" cy="1150175"/>
            </a:xfrm>
            <a:custGeom>
              <a:avLst/>
              <a:gdLst/>
              <a:ahLst/>
              <a:cxnLst/>
              <a:rect r="r" b="b" t="t" l="l"/>
              <a:pathLst>
                <a:path h="1150175" w="4483067">
                  <a:moveTo>
                    <a:pt x="0" y="0"/>
                  </a:moveTo>
                  <a:lnTo>
                    <a:pt x="4483067" y="0"/>
                  </a:lnTo>
                  <a:lnTo>
                    <a:pt x="4483067" y="1150175"/>
                  </a:lnTo>
                  <a:lnTo>
                    <a:pt x="0" y="115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2700032" y="-261698"/>
              <a:ext cx="3009575" cy="139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6"/>
                </a:lnSpc>
              </a:pPr>
              <a:r>
                <a:rPr lang="en-US" sz="4768">
                  <a:solidFill>
                    <a:srgbClr val="FFFFFF"/>
                  </a:solidFill>
                  <a:latin typeface="Seol Sans"/>
                  <a:ea typeface="Seol Sans"/>
                  <a:cs typeface="Seol Sans"/>
                  <a:sym typeface="Seol Sans"/>
                </a:rPr>
                <a:t>맥스지사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626" y="-461712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249054"/>
            <a:ext cx="18278802" cy="977038"/>
            <a:chOff x="0" y="0"/>
            <a:chExt cx="24371737" cy="13027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1737" cy="1302717"/>
            </a:xfrm>
            <a:custGeom>
              <a:avLst/>
              <a:gdLst/>
              <a:ahLst/>
              <a:cxnLst/>
              <a:rect r="r" b="b" t="t" l="l"/>
              <a:pathLst>
                <a:path h="1302717" w="24371737">
                  <a:moveTo>
                    <a:pt x="0" y="0"/>
                  </a:moveTo>
                  <a:lnTo>
                    <a:pt x="24371737" y="0"/>
                  </a:lnTo>
                  <a:lnTo>
                    <a:pt x="24371737" y="1302717"/>
                  </a:lnTo>
                  <a:lnTo>
                    <a:pt x="0" y="130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2567" r="0" b="-5193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815576" y="96580"/>
              <a:ext cx="4483067" cy="1150175"/>
            </a:xfrm>
            <a:custGeom>
              <a:avLst/>
              <a:gdLst/>
              <a:ahLst/>
              <a:cxnLst/>
              <a:rect r="r" b="b" t="t" l="l"/>
              <a:pathLst>
                <a:path h="1150175" w="4483067">
                  <a:moveTo>
                    <a:pt x="0" y="0"/>
                  </a:moveTo>
                  <a:lnTo>
                    <a:pt x="4483067" y="0"/>
                  </a:lnTo>
                  <a:lnTo>
                    <a:pt x="4483067" y="1150175"/>
                  </a:lnTo>
                  <a:lnTo>
                    <a:pt x="0" y="115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700032" y="-261698"/>
              <a:ext cx="3009575" cy="139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6"/>
                </a:lnSpc>
              </a:pPr>
              <a:r>
                <a:rPr lang="en-US" sz="4768">
                  <a:solidFill>
                    <a:srgbClr val="FFFFFF"/>
                  </a:solidFill>
                  <a:latin typeface="Seol Sans"/>
                  <a:ea typeface="Seol Sans"/>
                  <a:cs typeface="Seol Sans"/>
                  <a:sym typeface="Seol Sans"/>
                </a:rPr>
                <a:t>맥스지사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-263419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249054"/>
            <a:ext cx="18278802" cy="977038"/>
            <a:chOff x="0" y="0"/>
            <a:chExt cx="24371737" cy="13027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1737" cy="1302717"/>
            </a:xfrm>
            <a:custGeom>
              <a:avLst/>
              <a:gdLst/>
              <a:ahLst/>
              <a:cxnLst/>
              <a:rect r="r" b="b" t="t" l="l"/>
              <a:pathLst>
                <a:path h="1302717" w="24371737">
                  <a:moveTo>
                    <a:pt x="0" y="0"/>
                  </a:moveTo>
                  <a:lnTo>
                    <a:pt x="24371737" y="0"/>
                  </a:lnTo>
                  <a:lnTo>
                    <a:pt x="24371737" y="1302717"/>
                  </a:lnTo>
                  <a:lnTo>
                    <a:pt x="0" y="130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2567" r="0" b="-5193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815576" y="96580"/>
              <a:ext cx="4483067" cy="1150175"/>
            </a:xfrm>
            <a:custGeom>
              <a:avLst/>
              <a:gdLst/>
              <a:ahLst/>
              <a:cxnLst/>
              <a:rect r="r" b="b" t="t" l="l"/>
              <a:pathLst>
                <a:path h="1150175" w="4483067">
                  <a:moveTo>
                    <a:pt x="0" y="0"/>
                  </a:moveTo>
                  <a:lnTo>
                    <a:pt x="4483067" y="0"/>
                  </a:lnTo>
                  <a:lnTo>
                    <a:pt x="4483067" y="1150175"/>
                  </a:lnTo>
                  <a:lnTo>
                    <a:pt x="0" y="115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2700032" y="-261698"/>
              <a:ext cx="3009575" cy="139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6"/>
                </a:lnSpc>
              </a:pPr>
              <a:r>
                <a:rPr lang="en-US" sz="4768">
                  <a:solidFill>
                    <a:srgbClr val="FFFFFF"/>
                  </a:solidFill>
                  <a:latin typeface="Seol Sans"/>
                  <a:ea typeface="Seol Sans"/>
                  <a:cs typeface="Seol Sans"/>
                  <a:sym typeface="Seol Sans"/>
                </a:rPr>
                <a:t>맥스지사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-209371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569" t="0" r="-2156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72" y="0"/>
            <a:ext cx="18284428" cy="10199284"/>
            <a:chOff x="0" y="0"/>
            <a:chExt cx="24379238" cy="13599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249054"/>
            <a:ext cx="18278802" cy="977038"/>
            <a:chOff x="0" y="0"/>
            <a:chExt cx="24371737" cy="1302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1737" cy="1302717"/>
            </a:xfrm>
            <a:custGeom>
              <a:avLst/>
              <a:gdLst/>
              <a:ahLst/>
              <a:cxnLst/>
              <a:rect r="r" b="b" t="t" l="l"/>
              <a:pathLst>
                <a:path h="1302717" w="24371737">
                  <a:moveTo>
                    <a:pt x="0" y="0"/>
                  </a:moveTo>
                  <a:lnTo>
                    <a:pt x="24371737" y="0"/>
                  </a:lnTo>
                  <a:lnTo>
                    <a:pt x="24371737" y="1302717"/>
                  </a:lnTo>
                  <a:lnTo>
                    <a:pt x="0" y="130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92567" r="0" b="-5193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15576" y="96580"/>
              <a:ext cx="4483067" cy="1150175"/>
            </a:xfrm>
            <a:custGeom>
              <a:avLst/>
              <a:gdLst/>
              <a:ahLst/>
              <a:cxnLst/>
              <a:rect r="r" b="b" t="t" l="l"/>
              <a:pathLst>
                <a:path h="1150175" w="4483067">
                  <a:moveTo>
                    <a:pt x="0" y="0"/>
                  </a:moveTo>
                  <a:lnTo>
                    <a:pt x="4483067" y="0"/>
                  </a:lnTo>
                  <a:lnTo>
                    <a:pt x="4483067" y="1150175"/>
                  </a:lnTo>
                  <a:lnTo>
                    <a:pt x="0" y="1150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2700032" y="-261698"/>
              <a:ext cx="3009575" cy="139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76"/>
                </a:lnSpc>
              </a:pPr>
              <a:r>
                <a:rPr lang="en-US" sz="4768">
                  <a:solidFill>
                    <a:srgbClr val="FFFFFF"/>
                  </a:solidFill>
                  <a:latin typeface="Seol Sans"/>
                  <a:ea typeface="Seol Sans"/>
                  <a:cs typeface="Seol Sans"/>
                  <a:sym typeface="Seol Sans"/>
                </a:rPr>
                <a:t>맥스지사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2" y="0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569" t="0" r="-2156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72" y="42853"/>
            <a:ext cx="18284428" cy="10199284"/>
            <a:chOff x="0" y="0"/>
            <a:chExt cx="24379238" cy="135990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142214" y="9249054"/>
            <a:ext cx="9136588" cy="977038"/>
          </a:xfrm>
          <a:custGeom>
            <a:avLst/>
            <a:gdLst/>
            <a:ahLst/>
            <a:cxnLst/>
            <a:rect r="r" b="b" t="t" l="l"/>
            <a:pathLst>
              <a:path h="977038" w="9136588">
                <a:moveTo>
                  <a:pt x="0" y="0"/>
                </a:moveTo>
                <a:lnTo>
                  <a:pt x="9136588" y="0"/>
                </a:lnTo>
                <a:lnTo>
                  <a:pt x="9136588" y="977037"/>
                </a:lnTo>
                <a:lnTo>
                  <a:pt x="0" y="977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061" t="-392567" r="0" b="-5193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50246" y="9306257"/>
            <a:ext cx="3362300" cy="862631"/>
          </a:xfrm>
          <a:custGeom>
            <a:avLst/>
            <a:gdLst/>
            <a:ahLst/>
            <a:cxnLst/>
            <a:rect r="r" b="b" t="t" l="l"/>
            <a:pathLst>
              <a:path h="862631" w="3362300">
                <a:moveTo>
                  <a:pt x="0" y="0"/>
                </a:moveTo>
                <a:lnTo>
                  <a:pt x="3362301" y="0"/>
                </a:lnTo>
                <a:lnTo>
                  <a:pt x="3362301" y="862631"/>
                </a:lnTo>
                <a:lnTo>
                  <a:pt x="0" y="862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413589" y="8930392"/>
            <a:ext cx="2257181" cy="115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6"/>
              </a:lnSpc>
            </a:pPr>
            <a:r>
              <a:rPr lang="en-US" sz="4768">
                <a:solidFill>
                  <a:srgbClr val="FFFFFF"/>
                </a:solidFill>
                <a:latin typeface="Seol Sans"/>
                <a:ea typeface="Seol Sans"/>
                <a:cs typeface="Seol Sans"/>
                <a:sym typeface="Seol Sans"/>
              </a:rPr>
              <a:t>맥스지사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DAHXH-cbfhc</dc:identifier>
  <dcterms:modified xsi:type="dcterms:W3CDTF">2011-08-01T06:04:30Z</dcterms:modified>
  <cp:revision>1</cp:revision>
  <dc:title>HD_Tourzone_Luxury_Cruise_Membership.pptx</dc:title>
</cp:coreProperties>
</file>